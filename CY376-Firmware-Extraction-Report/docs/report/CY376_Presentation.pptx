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46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Firmware Extraction and Static Analysis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a Home Router — CY376 Red Team Presentation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E0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Essien Michael Obimpeh – FCM.41.018.133.23
</a:t>
            </a:r>
            <a:r>
              <a:rPr lang="en-US" sz="1400" dirty="0">
                <a:solidFill>
                  <a:srgbClr val="D6E0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BSc Cybersecurity — University of Mines and Technology (UMaT), Tarkwa
Target: TP-Link Archer C7 v2 — Firmware v260427 (April 2026)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real weaknesses be found without touching a live device?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1FB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firmware analysis alone — no live device, no network traffic — surface real security weaknesses in a home router?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1FB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Acquire the vendor's own public firmware image, extract it, and search the filesystem manually and with automated tooling.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1FB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86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237744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analysis only. No live device probed. All work isolated inside a Kali VM, per the course's Red Team lab requirement.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device: TP-Link Archer C7 v2 — dual-band consumer router, firmware v260427 (April 2026 release)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Isolated Lab Environment and Threat Model</a:t>
            </a:r>
            <a:endParaRPr lang="en-US" sz="2600" dirty="0"/>
          </a:p>
        </p:txBody>
      </p:sp>
      <p:pic>
        <p:nvPicPr>
          <p:cNvPr id="4" name="Image 0" descr="/home/claude/report/images/lab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00200"/>
            <a:ext cx="10149840" cy="4599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Six-Step Analysis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D5E2F3"/>
            </a:solidFill>
            <a:prstDash val="solid"/>
          </a:ln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3D6FB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Acquire &amp; Verify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Download firmware, SHA-256 checksum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D5E2F3"/>
            </a:solidFill>
            <a:prstDash val="solid"/>
          </a:ln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3D6F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Binwalk Scan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Identify header, bootloader, SquashFS offset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D5E2F3"/>
            </a:solidFill>
            <a:prstDash val="solid"/>
          </a:ln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3D6FB5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binwalk -e unpacks squashfs-root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D5E2F3"/>
            </a:solidFill>
            <a:prstDash val="solid"/>
          </a:ln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3D6FB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2702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 architecture, layout, file types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D5E2F3"/>
            </a:solidFill>
            <a:prstDash val="solid"/>
          </a:ln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3D6F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42702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grep/strings for credentials, secrets, debug flags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D5E2F3"/>
            </a:solidFill>
            <a:prstDash val="solid"/>
          </a:ln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297680"/>
            <a:ext cx="502920" cy="502920"/>
          </a:xfrm>
          <a:prstGeom prst="ellipse">
            <a:avLst/>
          </a:prstGeom>
          <a:solidFill>
            <a:srgbClr val="3D6FB5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06840" y="42702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Firmwalker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5029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cross-check of every manual finding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 —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Acquisition and Integrity Check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023360"/>
          </a:xfrm>
          <a:prstGeom prst="rect">
            <a:avLst/>
          </a:prstGeom>
          <a:solidFill>
            <a:srgbClr val="F7F7F9"/>
          </a:solidFill>
          <a:ln w="12700">
            <a:solidFill>
              <a:srgbClr val="E2E2E6"/>
            </a:solidFill>
            <a:prstDash val="solid"/>
          </a:ln>
        </p:spPr>
      </p:sp>
      <p:pic>
        <p:nvPicPr>
          <p:cNvPr id="5" name="Image 0" descr="/home/claude/report/images/ph_01_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71866"/>
            <a:ext cx="6949440" cy="554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737360"/>
            <a:ext cx="3886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Talking points
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Downloaded directly from TP-Link's support page — the same image every unit of this model ships with.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SHA-256 checksum proves the file wasn't altered in transit.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 —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Binwalk Signature Scan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023360"/>
          </a:xfrm>
          <a:prstGeom prst="rect">
            <a:avLst/>
          </a:prstGeom>
          <a:solidFill>
            <a:srgbClr val="F7F7F9"/>
          </a:solidFill>
          <a:ln w="12700">
            <a:solidFill>
              <a:srgbClr val="E2E2E6"/>
            </a:solidFill>
            <a:prstDash val="solid"/>
          </a:ln>
        </p:spPr>
      </p:sp>
      <p:pic>
        <p:nvPicPr>
          <p:cNvPr id="5" name="Image 0" descr="/home/claude/report/images/ph_02_binwalk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47306"/>
            <a:ext cx="6949440" cy="28034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737360"/>
            <a:ext cx="3886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Talking points
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Identified a TP-Link header, U-Boot bootloader string, and a SquashFS filesystem at a specific offset.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That offset is the target for extraction in the next step.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 —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Binwalk Extraction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023360"/>
          </a:xfrm>
          <a:prstGeom prst="rect">
            <a:avLst/>
          </a:prstGeom>
          <a:solidFill>
            <a:srgbClr val="F7F7F9"/>
          </a:solidFill>
          <a:ln w="12700">
            <a:solidFill>
              <a:srgbClr val="E2E2E6"/>
            </a:solidFill>
            <a:prstDash val="solid"/>
          </a:ln>
        </p:spPr>
      </p:sp>
      <p:pic>
        <p:nvPicPr>
          <p:cNvPr id="5" name="Image 0" descr="/home/claude/report/images/ph_03_binwalk_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8210"/>
            <a:ext cx="6949440" cy="38616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737360"/>
            <a:ext cx="3886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Talking points
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binwalk -e carved out and decompressed the SquashFS image into a working squashfs-root directory.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Binwalk's own security warnings show it redirected two symlinks that pointed outside the extraction directory — expected on real-world firmware.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 — 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Root Filesystem Exploration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023360"/>
          </a:xfrm>
          <a:prstGeom prst="rect">
            <a:avLst/>
          </a:prstGeom>
          <a:solidFill>
            <a:srgbClr val="F7F7F9"/>
          </a:solidFill>
          <a:ln w="12700">
            <a:solidFill>
              <a:srgbClr val="E2E2E6"/>
            </a:solidFill>
            <a:prstDash val="solid"/>
          </a:ln>
        </p:spPr>
      </p:sp>
      <p:pic>
        <p:nvPicPr>
          <p:cNvPr id="5" name="Image 0" descr="/home/claude/report/images/ph_04_root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37360"/>
            <a:ext cx="6839712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737360"/>
            <a:ext cx="3886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Talking points
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Standard Linux layout: bin, etc, lib, usr, var.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Confirmed MIPS32 architecture, and that etc/shadow is plain text — normally unreadable on a live system.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linuxrc is a symlink to busybox, not a separate init binary — a normal embedded-Linux pattern.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 — STEP 5 · KEY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Hardcoded Root Password Hash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023360"/>
          </a:xfrm>
          <a:prstGeom prst="rect">
            <a:avLst/>
          </a:prstGeom>
          <a:solidFill>
            <a:srgbClr val="F7F7F9"/>
          </a:solidFill>
          <a:ln w="12700">
            <a:solidFill>
              <a:srgbClr val="E2E2E6"/>
            </a:solidFill>
            <a:prstDash val="solid"/>
          </a:ln>
        </p:spPr>
      </p:sp>
      <p:pic>
        <p:nvPicPr>
          <p:cNvPr id="5" name="Image 0" descr="/home/claude/report/images/ph_05_credent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27653"/>
            <a:ext cx="6949440" cy="2242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737360"/>
            <a:ext cx="3886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Talking points
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36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etc/shadow contains one hardcoded root password hash, using the weak MD5-crypt scheme ($1$).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Ships inside the public firmware image — anyone can extract it and attempt to crack it offline.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8B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Searched usr/bin/httpd for "debug", "backdoor", "telnet" — found only mundane logging strings, no hidden shell.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That's a genuine, tested-for negative result — not an assumption.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 — STEP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Firmwalker: Automated Cross-Check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480560"/>
          </a:xfrm>
          <a:prstGeom prst="rect">
            <a:avLst/>
          </a:prstGeom>
          <a:solidFill>
            <a:srgbClr val="F7F7F9"/>
          </a:solidFill>
          <a:ln w="12700">
            <a:solidFill>
              <a:srgbClr val="E2E2E6"/>
            </a:solidFill>
            <a:prstDash val="solid"/>
          </a:ln>
        </p:spPr>
      </p:sp>
      <p:pic>
        <p:nvPicPr>
          <p:cNvPr id="5" name="Image 0" descr="/home/claude/report/images/ph_06_firmwal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984" y="1600200"/>
            <a:ext cx="2918751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600200"/>
            <a:ext cx="3886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Talking points
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Confirmed the password/shadow finding independently.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8B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SSL/SSH key searches (.pem, .key, .crt, id_rsa, authorized_keys) all came back empty — no private keys at rest.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8B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telnetd binary found anywhere — corroborates the manual search.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 dropbear, scp, vsftpd, tftp — a broader service set than strictly necessary.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false positive flagged: an embedded email from open-source routing code, not a leaked credential.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Findings &amp; Risk Summary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20040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Finding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Severity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Type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Hardcoded root password hash (weak MD5-crypt)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B0362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High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Positive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Bundled remote-access services (SSH, FTP, TFTP, SMB)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B8860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Medium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Positive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 private keys/certificates found at rest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8B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Informational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Negative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 telnet/debug backdoor found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8B5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Informational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Negative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mix of one real positive finding and two honestly reported negatives is a more credible outcome than a report that only ever confirms what it set out to find.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Recommendations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Device-unique root password / key-based login at first boot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Upgrade MD5-crypt to SHA-512-crypt or bcrypt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Disable unencrypted legacy services (TFTP, FTP) by default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the good practice: no static private keys in firmware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 firmware images; verify signatures on-device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6FB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20574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62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firmware analysis alone — no live device, no network traffic — surfaced one genuine, actionable weakness and two carefully tested negative results. That combination is a more defensible outcome for a Red Team exercise than a report that only confirms what it went looking for.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794</Words>
  <Application>Microsoft Office PowerPoint</Application>
  <PresentationFormat>Widescreen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Essien</cp:lastModifiedBy>
  <cp:revision>2</cp:revision>
  <dcterms:created xsi:type="dcterms:W3CDTF">2026-08-12T22:40:26Z</dcterms:created>
  <dcterms:modified xsi:type="dcterms:W3CDTF">2026-08-13T14:55:53Z</dcterms:modified>
</cp:coreProperties>
</file>